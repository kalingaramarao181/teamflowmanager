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EzySign Database Schema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the key tables and relationships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Table: api_keys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API keys linked to users</a:t>
            </a:r>
          </a:p>
          <a:p>
            <a:r>
              <a:t>Fields: id, user_id, api_key, created_at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Table: audit_logs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Tracks actions performed on documents</a:t>
            </a:r>
          </a:p>
          <a:p>
            <a:r>
              <a:t>Fields: id, document_id, user_id, action, timestamp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Table: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document metadata and status</a:t>
            </a:r>
          </a:p>
          <a:p>
            <a:r>
              <a:t>Fields: id, user_id, title, file_path, status, created_at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Table: document_signers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Links documents to their respective signers</a:t>
            </a:r>
          </a:p>
          <a:p>
            <a:r>
              <a:t>Fields: id, document_id, signer_email, signed_status, signed_at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Table: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user information</a:t>
            </a:r>
          </a:p>
          <a:p>
            <a:r>
              <a:t>Fields: id, name, email, password_hash, created_at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